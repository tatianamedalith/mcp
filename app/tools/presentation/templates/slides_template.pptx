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23E8A"/>
                </a:solidFill>
                <a:latin typeface="Calibri Light"/>
              </a:rPr>
              <a:t>Report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0077B6"/>
                </a:solidFill>
                <a:latin typeface="Calibri Light"/>
              </a:rPr>
              <a:t>Subtitle /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9144000" cy="82296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13791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Lexi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23E8A"/>
                </a:solidFill>
                <a:latin typeface="Calibri Light"/>
              </a:rPr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444444"/>
                </a:solidFill>
                <a:latin typeface="Calibri"/>
              </a:rPr>
              <a:t>Content goes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2296"/>
            <a:ext cx="54864" cy="59664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39851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Lexi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